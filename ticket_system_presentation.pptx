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9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program does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This program is an Online Customer Support Ticket System.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316736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It uses: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 linked list to store open tickets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18470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 stack to store resolved tickets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So when a ticket is still waiting, it stays in the linked list.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377440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When it is solved, it is removed from the linked list and pushed into the stack.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Header 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&lt;iostream&gt;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&lt;string&gt;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&lt;ctime&gt;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&lt;limits&gt;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13055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Explanation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40487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#include &lt;iostream&gt;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670048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This allows us to use cout and cin for output and input.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93522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#include &lt;string&gt;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200400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This allows us to use the string data type.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46557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#include &lt;ctime&gt;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730752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This allows us to work with time and date.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39959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#include &lt;limits&gt;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4261104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This is used with cin.ignore(...) to clear unwanted input from the keyboard buffer.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Header files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using namespace std;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157276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Explanation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8470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means we do not need to write std::cout, std::cin, std::string.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We can just write cout, cin, string.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struct TicketNode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starts a structure called TicketNode.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 structure is used to group related data together.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Each ticket will be one node.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36829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ticketID;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ticket number.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15468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string customerName;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6758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customer’s name.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string issue;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problem or complaint.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string priority;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priority level such as Low, Normal, or High.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string createdAt;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time when the ticket was created.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string resolvedAt;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time when the ticket was resolved.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string resolutionNote;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note written when resolving the ticket.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TicketNode* next;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is a pointer to the next node.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4107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is what makes this a linked list or stack node.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Constructor of TicketNode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32588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TicketNode(int id, string name, string iss, string pri) {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470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is a constructor.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runs automatically when a new TicketNode is created.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37744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receives: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642616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- id for ticket 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2907792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- name for customer 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172968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- iss for issue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" y="3438144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- pri for priority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370332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ticketID = id;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42245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Saves the given ID into ticketID.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customerName = name;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Saves customer name.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issue = iss;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Saves issue description.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priority = pri;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Saves priority.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createdAt = currentTimestamp();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Calls the function currentTimestamp() to record the current date and time when the ticket is created.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resolvedAt = "";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At first, the ticket is not resolved, so this is empty.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resolutionNote = "";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At first, there is no resolution note.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next = nullptr;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The new ticket does not point to another node yet.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constructor.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62432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Static function for current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89864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static string currentTimestamp() 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985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function returns the current date and time as a string.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static means it belongs to the structure itself, so it can be called as TicketNode::currentTimestamp().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time_t now = time(0);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Gets the current system time and stores it in now.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char buf[20];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Creates a character array called buf.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will store the formatted date and time.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Ticket Node Structure (9)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strftime(buf, sizeof(buf), "%Y-%m-%d %H:%M:%S", localtime(&amp;now));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Formats the time into this style: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year-month-day hour:minute:second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Example: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368296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2026-04-13 18:20:30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633472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string(buf);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15468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Converts buf into a string and returns it.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3419856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the function and end of the 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 OpenTicketList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class manages all open tickets.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uses a singly linked list.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TicketNode* head;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77977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head points to the first ticket in the linked list.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private means only the class functions can directly access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3101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public: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Everything after this can be accessed from outside the class.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316736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Constructor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591056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OpenTicketList()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head = nullptr;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46888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Constructor of the linked list.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73405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At the beginning, there are no tickets.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99923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 head = nullptr.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26440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addTicket function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5387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addTicket(TicketNode* node) 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40599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function adds a new ticket node to the list.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(head == nullptr)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Checks if the list is empty.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head = node;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empty, the new node becomes the first node.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Stops the function because insertion is done.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the if.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temp = head;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Creates a temporary pointer temp starting from the first node.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while (temp-&gt;next != nullptr)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temp = temp-&gt;next;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3009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Moves through the list until the last node is reached.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The last node is the one whose next is nullptr.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temp-&gt;next = node;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Links the last node to the new node.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 the new node is added at the end.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addTicket.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889504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idExists function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316382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bool idExists(int id)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68503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function checks whether a ticket ID already exists.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returns true or false.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temp = head;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Starts from the first node.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while (temp != nullptr)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Loop through the list while there are nodes.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if (temp-&gt;ticketID == 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return true;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 current ticket ID matches the given ID, return true.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temp = temp-&gt;next;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to the next node.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loop.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false;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no match is found, return false.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function.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removeById function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TicketNode* removeById(int id)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3347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function removes a ticket from the linked list using its ID.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9864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returns the removed node.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163824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(head == nullptr)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 nullptr;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 list is empty, nothing can be removed.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 nullptr.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(head-&gt;ticketID == id)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Checks if the first node is the one to remove.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36829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TicketNode* temp = head;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 the first node in temp.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15468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head = head-&gt;next;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6758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head to the next node.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temp-&gt;next = nullptr;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Disconnect the removed node from the list.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 temp;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 the removed node.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first-node removal case.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prev = head;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prev points to the previous node.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cur = head-&gt;next;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cur points to the current node being checked.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while (cur != nullptr)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Traverse the list until the end.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if (cur-&gt;ticketID == id)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Check if current node has the ID we want.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prev-&gt;next = cur-&gt;next;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Skip the current node.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removes it from the linked list.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cur-&gt;next = nullptr;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07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Disconnect the removed node.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return cur;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 the removed node.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matching case.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prev = cur;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prev forward.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cur = cur-&gt;next;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cur forward.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loop.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nullptr;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no ticket with that ID is found, return nullptr.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function.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display open tickets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display()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3347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Displays all open tickets.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98648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(head == nullptr)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"\nNo open tickets.\n";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 list is empty, print message and stop.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temp = head;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Start from the first ticket.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"\nOPEN TICKETS\n";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"-----------------------------\n";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77977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heading.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while (temp != nullptr) 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Loop through all nodes.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"\nTicket ID : " &lt;&lt; temp-&gt;ticketID &lt;&lt; endl;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the ticket ID.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"Customer  : " &lt;&lt; temp-&gt;customerName &lt;&lt; endl;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customer name.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"Issue     : " &lt;&lt; temp-&gt;issue &lt;&lt; endl;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issue.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"Priority  : " &lt;&lt; temp-&gt;priority &lt;&lt; endl;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priority.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"Created   : " &lt;&lt; temp-&gt;createdAt &lt;&lt; endl;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creation time.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temp = temp-&gt;next;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to next ticket.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(19)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loop.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"-----------------------------\n";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closing 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display function.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41071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isEmpty function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 for Open Tickets Linked List (20)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bool isEmpty()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head == nullptr;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Returns true if there are no open tickets.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Returns false otherwise.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 ResolvedTicketStack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class manages resolved tickets using a stack.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TicketNode* top;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51460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top points to the top of the stack.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779776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ResolvedTicketStack()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top = nullptr;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858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Constructor.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123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At first, the stack is empty.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pushResolved function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32588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pushResolved(TicketNode* ticket, string note) {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470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adds a resolved ticket to the stack.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ticket-&gt;resolutionNote = note;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3347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 the resolution note inside the ticket.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9864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ticket-&gt;resolvedAt = TicketNode::currentTimestamp();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985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Save the current time as resolution time.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ticket-&gt;next = top;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Make this ticket point to the current top node.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top = ticket;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top to this new ticket.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 it becomes the most recent resolved ticket.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07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function.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67588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peek function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TicketNode* peek()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top;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Returns the top node of the stack.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Does not remove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4597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Used to view the most recent resolved ticket.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72491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display resolved tickets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999232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display() 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52044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Displays all resolved tickets.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(top == nullptr)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"\nNo resolved tickets.\n";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1305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stack is empty, print message and stop.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temp = top;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9169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Start from the top of the stack.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182112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"\nRESOLVED TICKETS 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"-----------------------------\n";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858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heading.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while (temp != nullptr)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Traverse all nodes in the stack.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"\nTicket ID : " &lt;&lt; temp-&gt;ticketID &lt;&lt; endl;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ticket ID.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"Customer  : " &lt;&lt; temp-&gt;customerName &lt;&lt; endl;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customer name.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"Issue     : " &lt;&lt; temp-&gt;issue &lt;&lt; endl;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issue.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"Priority  : " &lt;&lt; temp-&gt;priority &lt;&lt; endl;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priority.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"Created   : " &lt;&lt; temp-&gt;createdAt &lt;&lt; endl;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created time.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"Resolved  : " &lt;&lt; temp-&gt;resolvedAt &lt;&lt; endl;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resolved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"Note      : " &lt;&lt; temp-&gt;resolutionNote &lt;&lt; endl;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resolution note.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temp = temp-&gt;next;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Move to next node in stack.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loop.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"-----------------------------\n";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ending 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display function.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410712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isEmpty for stack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Class for Resolved Tickets Stack (10)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bool isEmpty()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top == nullptr;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Returns true if there is no resolved ticket.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 SupportSystem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class combines the linked list and stack.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It controls the whole system.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private: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OpenTicketList openTickets;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ResolvedTicketStack resolvedTickets;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980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openTickets stores all open tickets.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24612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resolvedTickets stores all solved tickets.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51129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403250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Public methods start here.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addTicket 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32588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addTicket() {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470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Adds a new ticket by asking the user for input.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issue;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priority;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19125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Variables to store user input.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56432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"\nEnter Ticket ID: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cin &gt;&gt; id;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for ticket ID and read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cin.ignore(numeric_limits&lt;streamsize&gt;::max(), '\n');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Clears the input buffer after cin &gt;&gt; id.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is important before using getline.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368296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(openTickets.idExists(id))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"Ticket ID already exists!\n";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4472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Checks if that ID is already used.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71246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yes, print message and stop.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"Customer Name: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getline(cin, name);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72821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for customer name and read the full line.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93392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"Issue: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getline(cin, issue);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67004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for issue description.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935224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"Priority (Low/Normal/High):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getline(cin, priority);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61188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for priority.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(priority == "")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priority = "Normal";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72821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 user enters nothing, default priority is Normal.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93392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newTicket = new TicketNode(id, name, issue, priority);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51460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Creates a new node dynamically using the constructor.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77977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openTickets.addTicket(newTicket);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3009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Adds the new node into the open tickets linked list.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"\nTicket Added Successfully!\n";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Shows success message.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addTicket.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62432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resolveTicket method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89864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resolveTicket() {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985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function resolves a ticket.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(openTickets.isEmpty())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"\nNo open tickets.\n";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1305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there are no open tickets, print message and stop.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int id;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9169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Variable for ticket ID.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182112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"\nEnter Ticket ID to resolve: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cin &gt;&gt; id;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858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for the ticket ID to resolve.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cin.ignore(numeric_limits&lt;streamsize&gt;::max(), '\n');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Clears leftover input.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ticket = openTickets.removeById(id);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Removes the ticket from the open tickets list.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Stores the removed ticket pointer in ticket.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(ticket == nullptr)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"Ticket not found.\n";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no ticket was found, print message and stop.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string note;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Variable for resolution note.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"Resolution Note: 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getline(cin, note);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77977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for the note and read it.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044952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resolvedTickets.pushResolved(ticket, note);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5661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Push the removed ticket into the resolved ticket stack.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(10)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"\nTicket resolved successfully!\n";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success message.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function.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2624328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viewOpenTickets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898648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viewOpenTickets()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openTickets.display();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77647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Calls the linked list display function.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viewResolvedTickets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32588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viewResolvedTickets()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resolvedTickets.display();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20370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Calls the stack display function.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468880"/>
            <a:ext cx="10789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6A7A"/>
                </a:solidFill>
              </a:rPr>
              <a:t>viewRecentResolution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74320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void viewRecentResolution()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26440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Shows the most recently resolved ticket.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352958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TicketNode* ticket = resolvedTickets.peek();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(12)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Gets the top item from the resolved stack.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332720" cy="969264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if (ticket == nullptr)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"\nNo resolved tickets.\n";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return;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 stack is empty, print message and stop.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660904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"\nMOST RECENT RESOLUTION\n";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"-----------------------------\n";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3337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heading.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602736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"Ticket ID : " &lt;&lt; ticket-&gt;ticketID &lt;&lt; endl;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4123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ticket ID.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(13)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"Customer  : " &lt;&lt; ticket-&gt;customerName &lt;&lt; endl;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customer name.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"Issue     : " &lt;&lt; ticket-&gt;issue &lt;&lt; endl;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issue.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"Resolved  : " &lt;&lt; ticket-&gt;resolvedAt &lt;&lt; endl;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resolution time.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SupportSystem class (14)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"Note      : " &lt;&lt; ticket-&gt;resolutionNote &lt;&lt; endl;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resolution note.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cout &lt;&lt; "-----------------------------\n";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 ending 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3009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function and end of SupportSystem class.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Menu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menu()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function displays the menu.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"\n----------------------------------\n";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a 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"ONLINE CUSTOMER SUPPORT SYSTEM\n";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system title.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Menu function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"----------------------------------\n";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Prints another line.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"1. Add New Ticket\n";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Menu option 1.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"2. Resolve Ticket\n";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Menu option 2.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Menu function (3)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"3. View Open Tickets\n";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Menu option 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"4. View Resolved Tickets\n";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Menu option 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"5. View Most Recent Resolution\n";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Menu option 5.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Menu function (4)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"0. Exit\n";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Menu option 0.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"----------------------------------\n";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Closing line.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cout &lt;&lt; "Enter choice: 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Ask the user to choose.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Menu function (5)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menu function.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Program execution starts here.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SupportSystem system;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Creates an object called system.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object will manage all program operations.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choice;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07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Variable to store menu choice.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 (2)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do 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Starts a do-while loop.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This means the menu keeps showing until user chooses 0.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menu();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Displays the menu.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88950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cin &gt;&gt; choice;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34107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Reads the user’s choice.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 (3)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cin.ignore(numeric_limits&lt;streamsize&gt;::max(), '\n');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Clears input buffer.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switch (choice) {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Starts a switch statement to decide what to do based on user choice.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system.addTicket();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break;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502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user enters 1, add a new ticket.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 (4)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2: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system.resolveTicket();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break;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user enters 2, resolve a ticket.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3: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system.viewOpenTickets();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break;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072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user enters 3, display open tickets.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337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4: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system.viewResolvedTickets();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break;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4215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user enters 4, display resolved tickets.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 (5)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5: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system.viewRecentResolution();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break;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929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user enters 5, display the most recent resolved ticket.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10332720" cy="768096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0: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"\nExiting program...\n";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break;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307238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user enters 0, exit the program.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337560"/>
            <a:ext cx="10332720" cy="566928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default: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cout &lt;&lt; "Invalid choice.\n";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401421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If the choice is not in the menu, print error message.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 (6)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switch.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837944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while (choice != 0);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Repeat until choice becomes 0.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624328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31455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Ends the program successfully.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Main function (7)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10332720" cy="411480"/>
          </a:xfrm>
          <a:prstGeom prst="rect">
            <a:avLst/>
          </a:prstGeom>
          <a:solidFill>
            <a:srgbClr val="F5F7FA"/>
          </a:solidFill>
          <a:ln>
            <a:solidFill>
              <a:srgbClr val="D7E1EA"/>
            </a:solidFill>
          </a:ln>
        </p:spPr>
        <p:txBody>
          <a:bodyPr wrap="square" lIns="889" tIns="889" rIns="889" bIns="889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57276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End of main.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important note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11064240" cy="0"/>
          </a:xfrm>
          <a:prstGeom prst="line">
            <a:avLst/>
          </a:prstGeom>
          <a:noFill/>
          <a:ln w="12700">
            <a:solidFill>
              <a:srgbClr val="BFD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20116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Exact explanation only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51560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In this code, the same TicketNode structure is reused for both: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316736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linked 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8191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1847088"/>
            <a:ext cx="10744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</a:rPr>
              <a:t>That is why the next pointer works in both cases.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19164</Words>
  <Application>WPS Presentation</Application>
  <PresentationFormat>On-screen Show (16:9)</PresentationFormat>
  <Paragraphs>1229</Paragraphs>
  <Slides>69</Slides>
  <Notes>74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4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Courier New</vt:lpstr>
      <vt:lpstr>Courier New</vt:lpstr>
      <vt:lpstr>Courier New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Customer Support Ticket System - Exact Explanation</dc:title>
  <dc:creator>OpenAI</dc:creator>
  <dc:subject>Exact explanation</dc:subject>
  <cp:lastModifiedBy>Computer Engineering Class of </cp:lastModifiedBy>
  <cp:revision>2</cp:revision>
  <dcterms:created xsi:type="dcterms:W3CDTF">2026-04-14T07:22:00Z</dcterms:created>
  <dcterms:modified xsi:type="dcterms:W3CDTF">2026-04-14T08:53:40Z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AE66F4FCF5344EEC9698BEE3CA5E97D3_13</vt:lpwstr>
  </property>
</Properties>
</file>